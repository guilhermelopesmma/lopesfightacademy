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17520" y="640080"/>
            <a:ext cx="310896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Web de Gestão de Dojo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3090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Aptidão Profissional  ·  UFCD 0780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566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Agrupamento de Escolas Rainha Dona Leonor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187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Adriana Fernandes &amp; Paula Pinheiro  ·  2025 /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98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120700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LFA — Luta Funcional Academy, dojo de artes marciais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80136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70992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administrativa feita manualmente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21284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 de centralizar atletas, aulas e marcações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84632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46320" y="1298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47488" y="120700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web responsiva para gestão do dojo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6320" y="180136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47488" y="170992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segura com JWT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46320" y="23042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47488" y="221284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de aulas com marcação online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46320" y="2807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47488" y="271576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administração (atletas e professores)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46320" y="331012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47488" y="321868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produção — Render + MongoDB Atlas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&amp; Motivação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identificados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98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120700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manual — registos em papel, sem centralização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80136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70992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ineficientes — por telefone, sem sistema digital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21284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controlo de acesso — dados sem autenticação ou hierarquia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807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71576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visibilidade — histórico inacessível, sem relatórios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relevante?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7216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363016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Digitalização de processos em organizações desportivas é uma necessidade crescente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422452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3308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personalizada às necessidades reais do LFA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4727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463600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de competências full-stack em contexto real de produção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Proposta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completa, desenvolvida de raiz para o LFA.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3898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129844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JWT — login seguro, registo com cinturão BJJ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828800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de aulas — vista semanal, blocos marcáveis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45059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359152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atletas — CRUD completo, perfil detalhado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98094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889504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níveis de acesso — Atleta · Professor · Administrador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35112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3419856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NoSQL — MongoDB Atlas, coleções Atletas/Aulas/Marcação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0416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95020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produção — Render + MongoDB Atlas, disponível 24/7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18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2960" y="960120"/>
            <a:ext cx="1097280" cy="9601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11480" y="20574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n-US" sz="10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07792" y="960120"/>
            <a:ext cx="1097280" cy="9601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2496312" y="20574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0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92624" y="960120"/>
            <a:ext cx="1097280" cy="96012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581144" y="20574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00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077456" y="960120"/>
            <a:ext cx="1097280" cy="96012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665976" y="205740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</p:txBody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" y="2624328"/>
            <a:ext cx="1097280" cy="96012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411480" y="372160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000" dirty="0"/>
          </a:p>
        </p:txBody>
      </p:sp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07792" y="2624328"/>
            <a:ext cx="1097280" cy="960120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2496312" y="372160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</a:t>
            </a:r>
            <a:endParaRPr lang="en-US" sz="1000" dirty="0"/>
          </a:p>
        </p:txBody>
      </p:sp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992624" y="2624328"/>
            <a:ext cx="1097280" cy="96012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4581144" y="372160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000" dirty="0"/>
          </a:p>
        </p:txBody>
      </p:sp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077456" y="2624328"/>
            <a:ext cx="1097280" cy="96012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6665976" y="372160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RemoveBG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365760" y="8229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1133856"/>
            <a:ext cx="219456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3898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1298448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JavaScript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195681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1865376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de login / registo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65760" y="252374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32304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semanal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09067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999232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administração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91840" y="8229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66160" y="1133856"/>
            <a:ext cx="219456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91840" y="13898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93008" y="1298448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291840" y="195681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1865376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REST: /auth · /atletas · /aulas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291840" y="252374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493008" y="2432304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JWT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291840" y="309067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93008" y="2999232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de autorização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17920" y="8229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92240" y="1133856"/>
            <a:ext cx="219456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17920" y="13898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19088" y="1298448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(cloud)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17920" y="195681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19088" y="1865376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Coleção: Atletas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17920" y="252374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19088" y="2432304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Coleção: Marcação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17920" y="309067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19088" y="2999232"/>
            <a:ext cx="2542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Coleção: Aulas / Professores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108960" y="2743200"/>
            <a:ext cx="365760" cy="0"/>
          </a:xfrm>
          <a:prstGeom prst="line">
            <a:avLst/>
          </a:prstGeom>
          <a:noFill/>
          <a:ln w="19050">
            <a:solidFill>
              <a:srgbClr val="00EE44"/>
            </a:solidFill>
            <a:prstDash val="solid"/>
            <a:headEnd type="arrow"/>
            <a:tailEnd type="arrow"/>
          </a:ln>
        </p:spPr>
      </p:sp>
      <p:sp>
        <p:nvSpPr>
          <p:cNvPr id="35" name="Shape 32"/>
          <p:cNvSpPr/>
          <p:nvPr/>
        </p:nvSpPr>
        <p:spPr>
          <a:xfrm>
            <a:off x="6035040" y="2743200"/>
            <a:ext cx="365760" cy="0"/>
          </a:xfrm>
          <a:prstGeom prst="line">
            <a:avLst/>
          </a:prstGeom>
          <a:noFill/>
          <a:ln w="19050">
            <a:solidFill>
              <a:srgbClr val="00EE44"/>
            </a:solidFill>
            <a:prstDash val="solid"/>
            <a:headEnd type="arrow"/>
            <a:tailEnd type="arrow"/>
          </a:ln>
        </p:spPr>
      </p:sp>
      <p:sp>
        <p:nvSpPr>
          <p:cNvPr id="36" name="Text 33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Render (servidor)  +  MongoDB Atlas (base de dados)  +  GitHub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256032" y="8229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Idealização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38912" y="1115568"/>
            <a:ext cx="123444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56032" y="11887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2025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256032" y="1664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572768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requisitos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6032" y="21396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048256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6032" y="261518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2523744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993392" y="8229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176272" y="1115568"/>
            <a:ext cx="123444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993392" y="11887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2025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993392" y="1664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94560" y="1572768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HTML/CSS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993392" y="21396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194560" y="2048256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de login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1993392" y="261518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194560" y="2523744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de aulas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730752" y="8229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913632" y="1115568"/>
            <a:ext cx="123444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30752" y="11887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– Dez 2025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730752" y="1664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31920" y="1572768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Node.js/Express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730752" y="21396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31920" y="2048256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730752" y="261518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31920" y="2523744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JWT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68112" y="8229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650992" y="1115568"/>
            <a:ext cx="123444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68112" y="11887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2025 – Fev 2026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68112" y="1664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69280" y="1572768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MongoDB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468112" y="21396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0" y="2048256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Atlas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468112" y="261518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669280" y="2523744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CRUD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205472" y="8229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388352" y="1115568"/>
            <a:ext cx="1234440" cy="2286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05472" y="1188720"/>
            <a:ext cx="1600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 2026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7205472" y="1664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06640" y="1572768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205472" y="213969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06640" y="2048256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PAP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205472" y="261518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406640" y="2523744"/>
            <a:ext cx="1399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finais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&amp; Funcionalidades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1417320" y="100584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17320" y="100584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60020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331720" y="160020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31720" y="160020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920240" y="1325880"/>
            <a:ext cx="-91440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11" name="Shape 8"/>
          <p:cNvSpPr/>
          <p:nvPr/>
        </p:nvSpPr>
        <p:spPr>
          <a:xfrm>
            <a:off x="1920240" y="1325880"/>
            <a:ext cx="91440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12" name="Shape 9"/>
          <p:cNvSpPr/>
          <p:nvPr/>
        </p:nvSpPr>
        <p:spPr>
          <a:xfrm>
            <a:off x="1417320" y="219456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21945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005840" y="1920240"/>
            <a:ext cx="91440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15" name="Shape 12"/>
          <p:cNvSpPr/>
          <p:nvPr/>
        </p:nvSpPr>
        <p:spPr>
          <a:xfrm>
            <a:off x="2834640" y="1920240"/>
            <a:ext cx="-91440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16" name="Shape 13"/>
          <p:cNvSpPr/>
          <p:nvPr/>
        </p:nvSpPr>
        <p:spPr>
          <a:xfrm>
            <a:off x="365760" y="278892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" y="2788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417320" y="278892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17320" y="2788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Atleta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468880" y="2788920"/>
            <a:ext cx="100584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68880" y="2788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920240" y="2514600"/>
            <a:ext cx="-105156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23" name="Shape 20"/>
          <p:cNvSpPr/>
          <p:nvPr/>
        </p:nvSpPr>
        <p:spPr>
          <a:xfrm>
            <a:off x="1920240" y="2514600"/>
            <a:ext cx="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24" name="Shape 21"/>
          <p:cNvSpPr/>
          <p:nvPr/>
        </p:nvSpPr>
        <p:spPr>
          <a:xfrm>
            <a:off x="1920240" y="2514600"/>
            <a:ext cx="1051560" cy="274320"/>
          </a:xfrm>
          <a:prstGeom prst="line">
            <a:avLst/>
          </a:prstGeom>
          <a:noFill/>
          <a:ln w="15240">
            <a:solidFill>
              <a:srgbClr val="00EE44"/>
            </a:solidFill>
            <a:prstDash val="solid"/>
            <a:tailEnd type="arrow"/>
          </a:ln>
        </p:spPr>
      </p:sp>
      <p:sp>
        <p:nvSpPr>
          <p:cNvPr id="25" name="Shape 22"/>
          <p:cNvSpPr/>
          <p:nvPr/>
        </p:nvSpPr>
        <p:spPr>
          <a:xfrm>
            <a:off x="45720" y="3401568"/>
            <a:ext cx="1005840" cy="320040"/>
          </a:xfrm>
          <a:prstGeom prst="rect">
            <a:avLst/>
          </a:prstGeom>
          <a:solidFill>
            <a:srgbClr val="001800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" y="340156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Edição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188720" y="3401568"/>
            <a:ext cx="1005840" cy="320040"/>
          </a:xfrm>
          <a:prstGeom prst="rect">
            <a:avLst/>
          </a:prstGeom>
          <a:solidFill>
            <a:srgbClr val="001800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340156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Adição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423160" y="3401568"/>
            <a:ext cx="1097280" cy="320040"/>
          </a:xfrm>
          <a:prstGeom prst="rect">
            <a:avLst/>
          </a:prstGeom>
          <a:solidFill>
            <a:srgbClr val="001800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423160" y="34015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68680" y="3108960"/>
            <a:ext cx="-320040" cy="292608"/>
          </a:xfrm>
          <a:prstGeom prst="line">
            <a:avLst/>
          </a:prstGeom>
          <a:noFill/>
          <a:ln w="15240">
            <a:solidFill>
              <a:srgbClr val="FF4444"/>
            </a:solidFill>
            <a:prstDash val="solid"/>
            <a:tailEnd type="arrow"/>
          </a:ln>
        </p:spPr>
      </p:sp>
      <p:sp>
        <p:nvSpPr>
          <p:cNvPr id="32" name="Shape 29"/>
          <p:cNvSpPr/>
          <p:nvPr/>
        </p:nvSpPr>
        <p:spPr>
          <a:xfrm>
            <a:off x="868680" y="3108960"/>
            <a:ext cx="822960" cy="292608"/>
          </a:xfrm>
          <a:prstGeom prst="line">
            <a:avLst/>
          </a:prstGeom>
          <a:noFill/>
          <a:ln w="15240">
            <a:solidFill>
              <a:srgbClr val="FF4444"/>
            </a:solidFill>
            <a:prstDash val="solid"/>
            <a:tailEnd type="arrow"/>
          </a:ln>
        </p:spPr>
      </p:sp>
      <p:sp>
        <p:nvSpPr>
          <p:cNvPr id="33" name="Shape 30"/>
          <p:cNvSpPr/>
          <p:nvPr/>
        </p:nvSpPr>
        <p:spPr>
          <a:xfrm>
            <a:off x="2971800" y="3108960"/>
            <a:ext cx="0" cy="292608"/>
          </a:xfrm>
          <a:prstGeom prst="line">
            <a:avLst/>
          </a:prstGeom>
          <a:noFill/>
          <a:ln w="15240">
            <a:solidFill>
              <a:srgbClr val="FF4444"/>
            </a:solidFill>
            <a:prstDash val="solid"/>
            <a:tailEnd type="arrow"/>
          </a:ln>
        </p:spPr>
      </p:sp>
      <p:sp>
        <p:nvSpPr>
          <p:cNvPr id="34" name="Text 31"/>
          <p:cNvSpPr/>
          <p:nvPr/>
        </p:nvSpPr>
        <p:spPr>
          <a:xfrm>
            <a:off x="2743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Legenda: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74320" y="4279392"/>
            <a:ext cx="274320" cy="0"/>
          </a:xfrm>
          <a:prstGeom prst="line">
            <a:avLst/>
          </a:prstGeom>
          <a:noFill/>
          <a:ln w="19050">
            <a:solidFill>
              <a:srgbClr val="00EE44"/>
            </a:solidFill>
            <a:prstDash val="solid"/>
            <a:tailEnd type="arrow"/>
          </a:ln>
        </p:spPr>
      </p:sp>
      <p:sp>
        <p:nvSpPr>
          <p:cNvPr id="36" name="Text 33"/>
          <p:cNvSpPr/>
          <p:nvPr/>
        </p:nvSpPr>
        <p:spPr>
          <a:xfrm>
            <a:off x="612648" y="4206240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74320" y="4526280"/>
            <a:ext cx="274320" cy="0"/>
          </a:xfrm>
          <a:prstGeom prst="line">
            <a:avLst/>
          </a:prstGeom>
          <a:noFill/>
          <a:ln w="19050">
            <a:solidFill>
              <a:srgbClr val="FF4444"/>
            </a:solidFill>
            <a:prstDash val="solid"/>
            <a:tailEnd type="arrow"/>
          </a:ln>
        </p:spPr>
      </p:sp>
      <p:sp>
        <p:nvSpPr>
          <p:cNvPr id="38" name="Text 35"/>
          <p:cNvSpPr/>
          <p:nvPr/>
        </p:nvSpPr>
        <p:spPr>
          <a:xfrm>
            <a:off x="612648" y="445312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389120" y="822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4389120" y="1207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Registo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389120" y="164592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590288" y="1554480"/>
            <a:ext cx="4279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com JWT · Registo com cinturão BJJ e modalidade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389120" y="23957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de Aulas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389120" y="283464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0288" y="2743200"/>
            <a:ext cx="4279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semanal (Seg–Dom) · Blocos com hora e professor · Inscrição direta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4389120" y="35844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Administração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89120" y="402336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590288" y="3931920"/>
            <a:ext cx="4279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Listagem, adição e edição de atletas · Gestão de professores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 Encontradas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68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30759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1216152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sessões JWT no frontend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8368" y="1527048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 Middleware de verificação em cada rota protegida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18928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Frontend/API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240280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Sincronização do calendário com a base de dados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2551176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 Endpoints por semana com atualização via fetch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29169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3558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326440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deploy no Render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" y="357530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 Ajuste de variáveis de ambiente e portas do servidor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39410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437997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4288536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dos 3 níveis de acesso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8368" y="4599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 Middleware que valida o campo 'role' no token JWT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41248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44475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em produção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1737360"/>
            <a:ext cx="1371600" cy="18288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542032" y="841248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2542032" y="144475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de acesso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816352" y="1737360"/>
            <a:ext cx="1371600" cy="18288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26864" y="841248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626864" y="144475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Coleções na BD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901184" y="1737360"/>
            <a:ext cx="1371600" cy="18288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11696" y="841248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711696" y="144475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concluídas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86016" y="1737360"/>
            <a:ext cx="1371600" cy="18288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vs Resultados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23957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Autenticação segura com JWT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06640" y="23957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28254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Calendário de aulas com marcação online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06640" y="28254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325526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Painel de administração — CRUD atletas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06640" y="32552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36850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Deploy em ambiente de produção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406640" y="3685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57200" y="4114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Painel do atleta e BD Marcação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406640" y="4114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A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curso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Aprendizagens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98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120700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full-stack — Node.js, Express, MongoDB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80136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70992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autorização com JWT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21284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produção com Render e Atlas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8072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71576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projeto e cumprimento de cronograma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331012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321868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frontend/backend via API REST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8130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72160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de versões com Git e GitHub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4632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46320" y="129844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47488" y="120700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real para necessidade concreta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46320" y="184708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47488" y="175564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limpa e escalável (MVC + REST API)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846320" y="239572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47488" y="230428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permissões robusto com 3 níveis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846320" y="294436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47488" y="285292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funcional e acessível online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846320" y="34930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47488" y="340156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organizado e documentado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"/>
            <a:ext cx="82296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10972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 Futuras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457200" y="98755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896112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móvel — PWA ou React Native, notificações push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1463040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pagamentos — Stripe ou MBWay, mensalidades na plataforma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121408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2029968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estatísticas — presenças, ocupação de aulas, evolução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688336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2596896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notificações — alertas automáticos de marcações e mensalidades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255264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3163824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graduações — exames de cinturão, histórico, certificados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822192"/>
            <a:ext cx="91440" cy="91440"/>
          </a:xfrm>
          <a:prstGeom prst="rect">
            <a:avLst/>
          </a:prstGeom>
          <a:solidFill>
            <a:srgbClr val="00EE44"/>
          </a:solidFill>
          <a:ln w="12700">
            <a:solidFill>
              <a:srgbClr val="00EE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3730752"/>
            <a:ext cx="8028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Conteúdos multimédia — vídeos de treino, biblioteca de técnicas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17520" y="731520"/>
            <a:ext cx="310896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487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pela atenção.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3154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 ·  Escola Rainha Dona Leonor  ·  UFCD 0780  ·  LFA — Luta Funcional Academy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E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4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2026-03-25T01:20:55Z</dcterms:created>
  <dcterms:modified xsi:type="dcterms:W3CDTF">2026-03-25T01:20:55Z</dcterms:modified>
</cp:coreProperties>
</file>