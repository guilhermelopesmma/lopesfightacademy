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217" d="100"/>
          <a:sy n="217" d="100"/>
        </p:scale>
        <p:origin x="17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894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17520" y="640080"/>
            <a:ext cx="310896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de Gestão de Dojo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3090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Aptidão Profissional  ·  UFCD 0780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3566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de Campos Lopes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de Escolas Rainha Dona Leonor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29844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658368" y="120700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LFA — Luta Funcional Academy, dojo de artes marciais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80136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658368" y="170992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administrativa feita manualmente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30428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658368" y="221284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centralizar atletas, aulas e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129844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0"/>
          <p:cNvSpPr/>
          <p:nvPr/>
        </p:nvSpPr>
        <p:spPr>
          <a:xfrm>
            <a:off x="5047488" y="120700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responsiva para gestão do dojo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46320" y="180136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2"/>
          <p:cNvSpPr/>
          <p:nvPr/>
        </p:nvSpPr>
        <p:spPr>
          <a:xfrm>
            <a:off x="5047488" y="170992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segura com JSON Web Token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46320" y="230428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4"/>
          <p:cNvSpPr/>
          <p:nvPr/>
        </p:nvSpPr>
        <p:spPr>
          <a:xfrm>
            <a:off x="5047488" y="221284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de aulas com marcação online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6320" y="280720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6"/>
          <p:cNvSpPr/>
          <p:nvPr/>
        </p:nvSpPr>
        <p:spPr>
          <a:xfrm>
            <a:off x="5047488" y="271576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administração (atletas e professores)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846320" y="331012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8"/>
          <p:cNvSpPr/>
          <p:nvPr/>
        </p:nvSpPr>
        <p:spPr>
          <a:xfrm>
            <a:off x="5047488" y="321868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produção — Railway + MongoDB Atlas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334006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 err="1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6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Motivação</a:t>
            </a:r>
            <a:endParaRPr lang="en-US" sz="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Proposta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completa, desenvolvida de raiz para o LFA.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38988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658368" y="1298448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JWT — login seguro, registo com cinturão BJJ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658368" y="1828800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de aulas — vista semanal, blocos marcáveis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50592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658368" y="2359152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atletas — CRUD completo, perfil detalhado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980944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658368" y="2889504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níveis de acesso — Atleta · Professor · Administrador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511296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658368" y="3419856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NoSQL — MongoDB Atlas, coleções Atletas/Aulas/Marcação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04164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3"/>
          <p:cNvSpPr/>
          <p:nvPr/>
        </p:nvSpPr>
        <p:spPr>
          <a:xfrm>
            <a:off x="658368" y="3950208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produção — Render + MongoDB Atlas, disponível 24/7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1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2960" y="960120"/>
            <a:ext cx="1097280" cy="9601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" y="20574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0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907792" y="960120"/>
            <a:ext cx="1097280" cy="9601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496312" y="20574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9" name="Text 3"/>
          <p:cNvSpPr/>
          <p:nvPr/>
        </p:nvSpPr>
        <p:spPr>
          <a:xfrm>
            <a:off x="4581144" y="20574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77456" y="960120"/>
            <a:ext cx="1097280" cy="96012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665976" y="20574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2960" y="2624328"/>
            <a:ext cx="1097280" cy="96012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11480" y="372160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907792" y="2624328"/>
            <a:ext cx="1097280" cy="96012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2496312" y="372160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0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992624" y="2624328"/>
            <a:ext cx="1097280" cy="96012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4581144" y="372160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00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077456" y="2624328"/>
            <a:ext cx="1097280" cy="96012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6665976" y="372160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RemoveBG</a:t>
            </a:r>
            <a:endParaRPr lang="en-US" sz="1000" dirty="0"/>
          </a:p>
        </p:txBody>
      </p:sp>
      <p:pic>
        <p:nvPicPr>
          <p:cNvPr id="1026" name="Picture 2" descr="NuGet Gallery | MongoDB">
            <a:extLst>
              <a:ext uri="{FF2B5EF4-FFF2-40B4-BE49-F238E27FC236}">
                <a16:creationId xmlns:a16="http://schemas.microsoft.com/office/drawing/2014/main" id="{98FC727F-CEB6-756E-4D70-DB227E7DD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193" y="960119"/>
            <a:ext cx="1120141" cy="96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365760" y="822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133856"/>
            <a:ext cx="2194560" cy="2286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3"/>
          <p:cNvSpPr/>
          <p:nvPr/>
        </p:nvSpPr>
        <p:spPr>
          <a:xfrm>
            <a:off x="365760" y="138988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4"/>
          <p:cNvSpPr/>
          <p:nvPr/>
        </p:nvSpPr>
        <p:spPr>
          <a:xfrm>
            <a:off x="566928" y="1298448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JavaScript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956816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6"/>
          <p:cNvSpPr/>
          <p:nvPr/>
        </p:nvSpPr>
        <p:spPr>
          <a:xfrm>
            <a:off x="566928" y="1865376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Modais de login / registo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2523744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/>
          <p:nvPr/>
        </p:nvSpPr>
        <p:spPr>
          <a:xfrm>
            <a:off x="566928" y="243230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semanal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3090672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0"/>
          <p:cNvSpPr/>
          <p:nvPr/>
        </p:nvSpPr>
        <p:spPr>
          <a:xfrm>
            <a:off x="566928" y="2999232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administração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0" y="822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566160" y="1133856"/>
            <a:ext cx="2194560" cy="2286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3291840" y="138988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4"/>
          <p:cNvSpPr/>
          <p:nvPr/>
        </p:nvSpPr>
        <p:spPr>
          <a:xfrm>
            <a:off x="3493008" y="1298448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91840" y="1956816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6"/>
          <p:cNvSpPr/>
          <p:nvPr/>
        </p:nvSpPr>
        <p:spPr>
          <a:xfrm>
            <a:off x="3493008" y="1865376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REST: /auth · /atletas · /aulas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91840" y="2523744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8"/>
          <p:cNvSpPr/>
          <p:nvPr/>
        </p:nvSpPr>
        <p:spPr>
          <a:xfrm>
            <a:off x="3493008" y="243230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JWT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91840" y="3090672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0"/>
          <p:cNvSpPr/>
          <p:nvPr/>
        </p:nvSpPr>
        <p:spPr>
          <a:xfrm>
            <a:off x="3493008" y="2999232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de autorização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17920" y="822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92240" y="1133856"/>
            <a:ext cx="2194560" cy="2286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Shape 23"/>
          <p:cNvSpPr/>
          <p:nvPr/>
        </p:nvSpPr>
        <p:spPr>
          <a:xfrm>
            <a:off x="6217920" y="138988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4"/>
          <p:cNvSpPr/>
          <p:nvPr/>
        </p:nvSpPr>
        <p:spPr>
          <a:xfrm>
            <a:off x="6419088" y="1298448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(cloud)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217920" y="1956816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6"/>
          <p:cNvSpPr/>
          <p:nvPr/>
        </p:nvSpPr>
        <p:spPr>
          <a:xfrm>
            <a:off x="6419088" y="1865376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Coleção: Atletas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217920" y="2523744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8"/>
          <p:cNvSpPr/>
          <p:nvPr/>
        </p:nvSpPr>
        <p:spPr>
          <a:xfrm>
            <a:off x="6419088" y="243230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Coleção: Marcação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17920" y="3090672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Text 30"/>
          <p:cNvSpPr/>
          <p:nvPr/>
        </p:nvSpPr>
        <p:spPr>
          <a:xfrm>
            <a:off x="6419088" y="2999232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Coleção: Aulas / Professores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108960" y="2743200"/>
            <a:ext cx="365760" cy="0"/>
          </a:xfrm>
          <a:prstGeom prst="line">
            <a:avLst/>
          </a:prstGeom>
          <a:noFill/>
          <a:ln w="19050">
            <a:solidFill>
              <a:srgbClr val="00EE44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35" name="Shape 32"/>
          <p:cNvSpPr/>
          <p:nvPr/>
        </p:nvSpPr>
        <p:spPr>
          <a:xfrm>
            <a:off x="6035040" y="2743200"/>
            <a:ext cx="365760" cy="0"/>
          </a:xfrm>
          <a:prstGeom prst="line">
            <a:avLst/>
          </a:prstGeom>
          <a:noFill/>
          <a:ln w="19050">
            <a:solidFill>
              <a:srgbClr val="00EE44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36" name="Text 33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Railway (servidor)  +  MongoDB Atlas (base de dados)  +  GitHub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256032" y="8229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Idealização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38912" y="1115568"/>
            <a:ext cx="1234440" cy="2286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256032" y="1188720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2025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56032" y="166420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457200" y="1572768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requisitos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6032" y="2139696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457200" y="2048256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6032" y="2615184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457200" y="2523744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993392" y="8229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176272" y="1115568"/>
            <a:ext cx="1234440" cy="2286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2"/>
          <p:cNvSpPr/>
          <p:nvPr/>
        </p:nvSpPr>
        <p:spPr>
          <a:xfrm>
            <a:off x="1993392" y="1188720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2025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993392" y="166420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4"/>
          <p:cNvSpPr/>
          <p:nvPr/>
        </p:nvSpPr>
        <p:spPr>
          <a:xfrm>
            <a:off x="2194560" y="1572768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HTML/CSS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993392" y="2139696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6"/>
          <p:cNvSpPr/>
          <p:nvPr/>
        </p:nvSpPr>
        <p:spPr>
          <a:xfrm>
            <a:off x="2194560" y="2048256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Modais de login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993392" y="2615184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8"/>
          <p:cNvSpPr/>
          <p:nvPr/>
        </p:nvSpPr>
        <p:spPr>
          <a:xfrm>
            <a:off x="2194560" y="2523744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de aulas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730752" y="8229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913632" y="1115568"/>
            <a:ext cx="1234440" cy="2286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1"/>
          <p:cNvSpPr/>
          <p:nvPr/>
        </p:nvSpPr>
        <p:spPr>
          <a:xfrm>
            <a:off x="3730752" y="1188720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– Dez 2025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730752" y="166420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3"/>
          <p:cNvSpPr/>
          <p:nvPr/>
        </p:nvSpPr>
        <p:spPr>
          <a:xfrm>
            <a:off x="3931920" y="1572768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Node.js/Express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730752" y="2139696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Text 25"/>
          <p:cNvSpPr/>
          <p:nvPr/>
        </p:nvSpPr>
        <p:spPr>
          <a:xfrm>
            <a:off x="3931920" y="2048256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730752" y="2615184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7"/>
          <p:cNvSpPr/>
          <p:nvPr/>
        </p:nvSpPr>
        <p:spPr>
          <a:xfrm>
            <a:off x="3931920" y="2523744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JWT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468112" y="8229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650992" y="1115568"/>
            <a:ext cx="1234440" cy="2286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Text 30"/>
          <p:cNvSpPr/>
          <p:nvPr/>
        </p:nvSpPr>
        <p:spPr>
          <a:xfrm>
            <a:off x="5468112" y="1188720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2025 – Fev 2026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68112" y="166420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5" name="Text 32"/>
          <p:cNvSpPr/>
          <p:nvPr/>
        </p:nvSpPr>
        <p:spPr>
          <a:xfrm>
            <a:off x="5669280" y="1572768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MongoDB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468112" y="2139696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7" name="Text 34"/>
          <p:cNvSpPr/>
          <p:nvPr/>
        </p:nvSpPr>
        <p:spPr>
          <a:xfrm>
            <a:off x="5669280" y="2048256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Atlas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468112" y="2615184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9" name="Text 36"/>
          <p:cNvSpPr/>
          <p:nvPr/>
        </p:nvSpPr>
        <p:spPr>
          <a:xfrm>
            <a:off x="5669280" y="2523744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CRUD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205472" y="8229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388352" y="1115568"/>
            <a:ext cx="1234440" cy="2286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2" name="Text 39"/>
          <p:cNvSpPr/>
          <p:nvPr/>
        </p:nvSpPr>
        <p:spPr>
          <a:xfrm>
            <a:off x="7205472" y="1188720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 2026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7205472" y="166420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4" name="Text 41"/>
          <p:cNvSpPr/>
          <p:nvPr/>
        </p:nvSpPr>
        <p:spPr>
          <a:xfrm>
            <a:off x="7406640" y="1572768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205472" y="2139696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6" name="Text 43"/>
          <p:cNvSpPr/>
          <p:nvPr/>
        </p:nvSpPr>
        <p:spPr>
          <a:xfrm>
            <a:off x="7406640" y="2048256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PAP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7205472" y="2615184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8" name="Text 45"/>
          <p:cNvSpPr/>
          <p:nvPr/>
        </p:nvSpPr>
        <p:spPr>
          <a:xfrm>
            <a:off x="7406640" y="2523744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finais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&amp; Funcionalidades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1440180" y="675425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2"/>
          <p:cNvSpPr/>
          <p:nvPr/>
        </p:nvSpPr>
        <p:spPr>
          <a:xfrm>
            <a:off x="1440180" y="675425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25780" y="1269785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4"/>
          <p:cNvSpPr/>
          <p:nvPr/>
        </p:nvSpPr>
        <p:spPr>
          <a:xfrm>
            <a:off x="525780" y="1269785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354580" y="1269785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6"/>
          <p:cNvSpPr/>
          <p:nvPr/>
        </p:nvSpPr>
        <p:spPr>
          <a:xfrm>
            <a:off x="2354580" y="1269785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 flipH="1">
            <a:off x="1028700" y="995465"/>
            <a:ext cx="914400" cy="274320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8"/>
          <p:cNvSpPr/>
          <p:nvPr/>
        </p:nvSpPr>
        <p:spPr>
          <a:xfrm>
            <a:off x="1943100" y="995465"/>
            <a:ext cx="914400" cy="274320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12" name="Shape 9"/>
          <p:cNvSpPr/>
          <p:nvPr/>
        </p:nvSpPr>
        <p:spPr>
          <a:xfrm>
            <a:off x="1440180" y="1864145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0"/>
          <p:cNvSpPr/>
          <p:nvPr/>
        </p:nvSpPr>
        <p:spPr>
          <a:xfrm>
            <a:off x="1440180" y="1864145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28700" y="1589825"/>
            <a:ext cx="914400" cy="274320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15" name="Shape 12"/>
          <p:cNvSpPr/>
          <p:nvPr/>
        </p:nvSpPr>
        <p:spPr>
          <a:xfrm flipH="1">
            <a:off x="1943100" y="1589825"/>
            <a:ext cx="914400" cy="274320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388620" y="2458505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4"/>
          <p:cNvSpPr/>
          <p:nvPr/>
        </p:nvSpPr>
        <p:spPr>
          <a:xfrm>
            <a:off x="388620" y="2458505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Atletas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440180" y="2458505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6"/>
          <p:cNvSpPr/>
          <p:nvPr/>
        </p:nvSpPr>
        <p:spPr>
          <a:xfrm>
            <a:off x="1440180" y="2458505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491740" y="2458505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8"/>
          <p:cNvSpPr/>
          <p:nvPr/>
        </p:nvSpPr>
        <p:spPr>
          <a:xfrm>
            <a:off x="2491740" y="2458505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943100" y="2184185"/>
            <a:ext cx="0" cy="274320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23" name="Shape 20"/>
          <p:cNvSpPr/>
          <p:nvPr/>
        </p:nvSpPr>
        <p:spPr>
          <a:xfrm>
            <a:off x="1943100" y="2184185"/>
            <a:ext cx="0" cy="274320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24" name="Shape 21"/>
          <p:cNvSpPr/>
          <p:nvPr/>
        </p:nvSpPr>
        <p:spPr>
          <a:xfrm>
            <a:off x="1943100" y="2184185"/>
            <a:ext cx="1051560" cy="274320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25" name="Shape 22"/>
          <p:cNvSpPr/>
          <p:nvPr/>
        </p:nvSpPr>
        <p:spPr>
          <a:xfrm>
            <a:off x="290675" y="3063943"/>
            <a:ext cx="1005840" cy="320040"/>
          </a:xfrm>
          <a:prstGeom prst="rect">
            <a:avLst/>
          </a:prstGeom>
          <a:solidFill>
            <a:srgbClr val="001800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3"/>
          <p:cNvSpPr/>
          <p:nvPr/>
        </p:nvSpPr>
        <p:spPr>
          <a:xfrm>
            <a:off x="280124" y="3063943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011051" y="4613148"/>
            <a:ext cx="1005840" cy="320040"/>
          </a:xfrm>
          <a:prstGeom prst="rect">
            <a:avLst/>
          </a:prstGeom>
          <a:solidFill>
            <a:srgbClr val="001800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Text 25"/>
          <p:cNvSpPr/>
          <p:nvPr/>
        </p:nvSpPr>
        <p:spPr>
          <a:xfrm>
            <a:off x="4011051" y="46131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Adição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468880" y="3071153"/>
            <a:ext cx="1097280" cy="320040"/>
          </a:xfrm>
          <a:prstGeom prst="rect">
            <a:avLst/>
          </a:prstGeom>
          <a:solidFill>
            <a:srgbClr val="001800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7"/>
          <p:cNvSpPr/>
          <p:nvPr/>
        </p:nvSpPr>
        <p:spPr>
          <a:xfrm>
            <a:off x="2446020" y="3071153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Gerir</a:t>
            </a:r>
            <a:r>
              <a:rPr lang="en-US" sz="95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Aulas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994660" y="2778545"/>
            <a:ext cx="0" cy="292608"/>
          </a:xfrm>
          <a:prstGeom prst="line">
            <a:avLst/>
          </a:prstGeom>
          <a:noFill/>
          <a:ln w="15240">
            <a:solidFill>
              <a:srgbClr val="FF44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31"/>
          <p:cNvSpPr/>
          <p:nvPr/>
        </p:nvSpPr>
        <p:spPr>
          <a:xfrm>
            <a:off x="5851281" y="4033559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Legenda: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851281" y="4381031"/>
            <a:ext cx="274320" cy="0"/>
          </a:xfrm>
          <a:prstGeom prst="line">
            <a:avLst/>
          </a:prstGeom>
          <a:noFill/>
          <a:ln w="1905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36" name="Text 33"/>
          <p:cNvSpPr/>
          <p:nvPr/>
        </p:nvSpPr>
        <p:spPr>
          <a:xfrm>
            <a:off x="6189609" y="4307879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851281" y="4627919"/>
            <a:ext cx="274320" cy="0"/>
          </a:xfrm>
          <a:prstGeom prst="line">
            <a:avLst/>
          </a:prstGeom>
          <a:noFill/>
          <a:ln w="19050">
            <a:solidFill>
              <a:srgbClr val="FF44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38" name="Text 35"/>
          <p:cNvSpPr/>
          <p:nvPr/>
        </p:nvSpPr>
        <p:spPr>
          <a:xfrm>
            <a:off x="6189609" y="4554767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434840" y="475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389120" y="7498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Registo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389120" y="1188720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2" name="Text 39"/>
          <p:cNvSpPr/>
          <p:nvPr/>
        </p:nvSpPr>
        <p:spPr>
          <a:xfrm>
            <a:off x="4590288" y="1097280"/>
            <a:ext cx="4279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com JWT · Registo com cinturão BJJ e modalidade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4389120" y="1375117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de Aulas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389120" y="1814029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5" name="Text 42"/>
          <p:cNvSpPr/>
          <p:nvPr/>
        </p:nvSpPr>
        <p:spPr>
          <a:xfrm>
            <a:off x="4590288" y="1722589"/>
            <a:ext cx="4279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semanal (Seg–Dom) · Blocos com hora e professor · Inscrição direta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4389120" y="200042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Administração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389120" y="243933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8" name="Text 45"/>
          <p:cNvSpPr/>
          <p:nvPr/>
        </p:nvSpPr>
        <p:spPr>
          <a:xfrm>
            <a:off x="4590288" y="2347898"/>
            <a:ext cx="4279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Listagem, adição e edição de atletas · Gestão de professores</a:t>
            </a:r>
            <a:endParaRPr lang="en-US" sz="1050" dirty="0"/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DC30BC8F-E6A5-282C-8206-C963F357573C}"/>
              </a:ext>
            </a:extLst>
          </p:cNvPr>
          <p:cNvSpPr/>
          <p:nvPr/>
        </p:nvSpPr>
        <p:spPr>
          <a:xfrm flipH="1">
            <a:off x="891540" y="2184185"/>
            <a:ext cx="1051560" cy="246888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35562058-E1C6-434E-D9CD-78CD4A1564EF}"/>
              </a:ext>
            </a:extLst>
          </p:cNvPr>
          <p:cNvSpPr/>
          <p:nvPr/>
        </p:nvSpPr>
        <p:spPr>
          <a:xfrm>
            <a:off x="1357885" y="3070274"/>
            <a:ext cx="1097280" cy="320040"/>
          </a:xfrm>
          <a:prstGeom prst="rect">
            <a:avLst/>
          </a:prstGeom>
          <a:solidFill>
            <a:srgbClr val="001800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C2A973B4-CF48-6C86-5CC6-BF23FF128D20}"/>
              </a:ext>
            </a:extLst>
          </p:cNvPr>
          <p:cNvSpPr/>
          <p:nvPr/>
        </p:nvSpPr>
        <p:spPr>
          <a:xfrm>
            <a:off x="1357885" y="307027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Mensalidades</a:t>
            </a:r>
            <a:endParaRPr lang="en-US" sz="950" dirty="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0E4F26BC-E3E6-C2EC-8F53-D9FABB624B9E}"/>
              </a:ext>
            </a:extLst>
          </p:cNvPr>
          <p:cNvSpPr/>
          <p:nvPr/>
        </p:nvSpPr>
        <p:spPr>
          <a:xfrm>
            <a:off x="1915668" y="2778545"/>
            <a:ext cx="0" cy="274320"/>
          </a:xfrm>
          <a:prstGeom prst="line">
            <a:avLst/>
          </a:prstGeom>
          <a:noFill/>
          <a:ln w="15240">
            <a:solidFill>
              <a:srgbClr val="00EE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55" name="Shape 30">
            <a:extLst>
              <a:ext uri="{FF2B5EF4-FFF2-40B4-BE49-F238E27FC236}">
                <a16:creationId xmlns:a16="http://schemas.microsoft.com/office/drawing/2014/main" id="{DA4634F1-77E1-4ABF-D3AE-ACB5C83182A2}"/>
              </a:ext>
            </a:extLst>
          </p:cNvPr>
          <p:cNvSpPr/>
          <p:nvPr/>
        </p:nvSpPr>
        <p:spPr>
          <a:xfrm>
            <a:off x="1915668" y="3401568"/>
            <a:ext cx="0" cy="292608"/>
          </a:xfrm>
          <a:prstGeom prst="line">
            <a:avLst/>
          </a:prstGeom>
          <a:noFill/>
          <a:ln w="15240">
            <a:solidFill>
              <a:srgbClr val="FF4444"/>
            </a:solidFill>
            <a:prstDash val="solid"/>
            <a:tailEnd type="arrow"/>
          </a:ln>
        </p:spPr>
        <p:txBody>
          <a:bodyPr/>
          <a:lstStyle/>
          <a:p>
            <a:endParaRPr lang="pt-PT"/>
          </a:p>
        </p:txBody>
      </p:sp>
      <p:sp>
        <p:nvSpPr>
          <p:cNvPr id="56" name="Shape 22">
            <a:extLst>
              <a:ext uri="{FF2B5EF4-FFF2-40B4-BE49-F238E27FC236}">
                <a16:creationId xmlns:a16="http://schemas.microsoft.com/office/drawing/2014/main" id="{38254207-1060-D22D-E23C-1F9D6AF61A64}"/>
              </a:ext>
            </a:extLst>
          </p:cNvPr>
          <p:cNvSpPr/>
          <p:nvPr/>
        </p:nvSpPr>
        <p:spPr>
          <a:xfrm>
            <a:off x="1394460" y="3705430"/>
            <a:ext cx="1005840" cy="320040"/>
          </a:xfrm>
          <a:prstGeom prst="rect">
            <a:avLst/>
          </a:prstGeom>
          <a:solidFill>
            <a:srgbClr val="001800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13D8AF58-56A4-75AA-2A3F-DE4311643360}"/>
              </a:ext>
            </a:extLst>
          </p:cNvPr>
          <p:cNvSpPr/>
          <p:nvPr/>
        </p:nvSpPr>
        <p:spPr>
          <a:xfrm>
            <a:off x="1394460" y="370543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Gerir</a:t>
            </a:r>
            <a:r>
              <a:rPr lang="en-US" sz="95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</a:t>
            </a:r>
            <a:r>
              <a:rPr lang="en-US" sz="95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58" name="Shape 21">
            <a:extLst>
              <a:ext uri="{FF2B5EF4-FFF2-40B4-BE49-F238E27FC236}">
                <a16:creationId xmlns:a16="http://schemas.microsoft.com/office/drawing/2014/main" id="{39008FB8-9C2E-F3BC-0B7C-61985D5D8CD0}"/>
              </a:ext>
            </a:extLst>
          </p:cNvPr>
          <p:cNvSpPr/>
          <p:nvPr/>
        </p:nvSpPr>
        <p:spPr>
          <a:xfrm flipH="1">
            <a:off x="868680" y="2775028"/>
            <a:ext cx="1051560" cy="27432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 Encontradas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307592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658368" y="1216152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sessões JWT no frontend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892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658368" y="2240280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100" dirty="0">
                <a:solidFill>
                  <a:schemeClr val="bg1"/>
                </a:solidFill>
                <a:highlight>
                  <a:srgbClr val="000000"/>
                </a:highlight>
              </a:rPr>
              <a:t>Após a criação da conta, o email com o código de verificação não é enviado</a:t>
            </a:r>
            <a:endParaRPr lang="en-US" sz="11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29169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 Sign in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35584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658368" y="3264408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Confusão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‘Ports’ do MongoDB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39410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4379976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658368" y="4288536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dos 3 níveis de acesso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29844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658368" y="120700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full-stack — Node.js, Express, MongoDB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80136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658368" y="170992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autorização com JWT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30428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658368" y="221284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produção com Railway e Atlas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80720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658368" y="271576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projeto e cumprimento de cronograma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31012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658368" y="321868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frontend/backend via API REST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81304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3"/>
          <p:cNvSpPr/>
          <p:nvPr/>
        </p:nvSpPr>
        <p:spPr>
          <a:xfrm>
            <a:off x="658368" y="372160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de versões com Git e GitHub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4632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6320" y="129844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6"/>
          <p:cNvSpPr/>
          <p:nvPr/>
        </p:nvSpPr>
        <p:spPr>
          <a:xfrm>
            <a:off x="5047488" y="120700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real para necessidade concreta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846320" y="184708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8"/>
          <p:cNvSpPr/>
          <p:nvPr/>
        </p:nvSpPr>
        <p:spPr>
          <a:xfrm>
            <a:off x="5047488" y="175564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limpa e escalável (MVC + REST API)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46320" y="239572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0"/>
          <p:cNvSpPr/>
          <p:nvPr/>
        </p:nvSpPr>
        <p:spPr>
          <a:xfrm>
            <a:off x="5047488" y="230428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3 níveis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46320" y="294436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2"/>
          <p:cNvSpPr/>
          <p:nvPr/>
        </p:nvSpPr>
        <p:spPr>
          <a:xfrm>
            <a:off x="5047488" y="285292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funcional e acessível online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846320" y="349300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4"/>
          <p:cNvSpPr/>
          <p:nvPr/>
        </p:nvSpPr>
        <p:spPr>
          <a:xfrm>
            <a:off x="5047488" y="340156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organizado e documentado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"/>
            <a:ext cx="8229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Futuras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57200" y="987552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2"/>
          <p:cNvSpPr/>
          <p:nvPr/>
        </p:nvSpPr>
        <p:spPr>
          <a:xfrm>
            <a:off x="658368" y="896112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móvel — PWA ou React Native, notificações push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4"/>
          <p:cNvSpPr/>
          <p:nvPr/>
        </p:nvSpPr>
        <p:spPr>
          <a:xfrm>
            <a:off x="658368" y="1463040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pagamentos — Revolut ou MBWay, mensalidades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Plataforma, Sistema de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121408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6"/>
          <p:cNvSpPr/>
          <p:nvPr/>
        </p:nvSpPr>
        <p:spPr>
          <a:xfrm>
            <a:off x="658368" y="2029968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estatísticas — presenças, ocupação de aulas, evolução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688336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/>
          <p:nvPr/>
        </p:nvSpPr>
        <p:spPr>
          <a:xfrm>
            <a:off x="658368" y="2596896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notificações — alertas automáticos de marcações e mensalidades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255264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0"/>
          <p:cNvSpPr/>
          <p:nvPr/>
        </p:nvSpPr>
        <p:spPr>
          <a:xfrm>
            <a:off x="658368" y="3163824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graduações — exames de cinturão, histórico, certificados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822192"/>
            <a:ext cx="91440" cy="91440"/>
          </a:xfrm>
          <a:prstGeom prst="rect">
            <a:avLst/>
          </a:prstGeom>
          <a:solidFill>
            <a:srgbClr val="00EE44"/>
          </a:solidFill>
          <a:ln w="12700">
            <a:solidFill>
              <a:srgbClr val="00EE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2"/>
          <p:cNvSpPr/>
          <p:nvPr/>
        </p:nvSpPr>
        <p:spPr>
          <a:xfrm>
            <a:off x="658368" y="3730752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Conteúdos multimédia — vídeos de treino, biblioteca de técnicas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55974" y="1338189"/>
            <a:ext cx="310896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654" y="3093837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pela atenção.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599</Words>
  <Application>Microsoft Office PowerPoint</Application>
  <PresentationFormat>On-screen Show (16:9)</PresentationFormat>
  <Paragraphs>142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Guilherme Lopes</cp:lastModifiedBy>
  <cp:revision>5</cp:revision>
  <dcterms:created xsi:type="dcterms:W3CDTF">2026-03-25T01:20:55Z</dcterms:created>
  <dcterms:modified xsi:type="dcterms:W3CDTF">2026-03-25T11:22:52Z</dcterms:modified>
</cp:coreProperties>
</file>